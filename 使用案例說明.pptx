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4" r:id="rId6"/>
    <p:sldId id="269" r:id="rId7"/>
    <p:sldId id="271" r:id="rId8"/>
    <p:sldId id="272" r:id="rId9"/>
    <p:sldId id="273" r:id="rId10"/>
    <p:sldId id="270" r:id="rId11"/>
    <p:sldId id="257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038413-D453-4F12-BDC6-5391CC457681}" v="46" dt="2025-11-22T14:56:48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＊＊ 張" userId="a36628c2a5ae33f4" providerId="LiveId" clId="{DCAAEB37-2642-4DD7-AB85-1ECDD13769D7}"/>
    <pc:docChg chg="undo custSel addSld delSld modSld sldOrd">
      <pc:chgData name="＊＊ 張" userId="a36628c2a5ae33f4" providerId="LiveId" clId="{DCAAEB37-2642-4DD7-AB85-1ECDD13769D7}" dt="2025-11-22T14:56:51.823" v="350" actId="1076"/>
      <pc:docMkLst>
        <pc:docMk/>
      </pc:docMkLst>
      <pc:sldChg chg="addSp delSp modSp new mod ord">
        <pc:chgData name="＊＊ 張" userId="a36628c2a5ae33f4" providerId="LiveId" clId="{DCAAEB37-2642-4DD7-AB85-1ECDD13769D7}" dt="2025-11-22T14:23:10.101" v="117" actId="167"/>
        <pc:sldMkLst>
          <pc:docMk/>
          <pc:sldMk cId="2575498251" sldId="264"/>
        </pc:sldMkLst>
        <pc:spChg chg="mod">
          <ac:chgData name="＊＊ 張" userId="a36628c2a5ae33f4" providerId="LiveId" clId="{DCAAEB37-2642-4DD7-AB85-1ECDD13769D7}" dt="2025-11-20T16:32:36.811" v="104" actId="14100"/>
          <ac:spMkLst>
            <pc:docMk/>
            <pc:sldMk cId="2575498251" sldId="264"/>
            <ac:spMk id="3" creationId="{E596C4AB-1321-7EEA-99E4-1F8F06702CCC}"/>
          </ac:spMkLst>
        </pc:spChg>
        <pc:spChg chg="add mod">
          <ac:chgData name="＊＊ 張" userId="a36628c2a5ae33f4" providerId="LiveId" clId="{DCAAEB37-2642-4DD7-AB85-1ECDD13769D7}" dt="2025-11-20T16:21:26.834" v="95" actId="14100"/>
          <ac:spMkLst>
            <pc:docMk/>
            <pc:sldMk cId="2575498251" sldId="264"/>
            <ac:spMk id="6" creationId="{CF24015D-323B-A790-BE11-AD8CDF9C0F35}"/>
          </ac:spMkLst>
        </pc:spChg>
        <pc:picChg chg="add mod ord">
          <ac:chgData name="＊＊ 張" userId="a36628c2a5ae33f4" providerId="LiveId" clId="{DCAAEB37-2642-4DD7-AB85-1ECDD13769D7}" dt="2025-11-22T14:23:10.101" v="117" actId="167"/>
          <ac:picMkLst>
            <pc:docMk/>
            <pc:sldMk cId="2575498251" sldId="264"/>
            <ac:picMk id="2" creationId="{89C5D698-33F8-3167-B9C0-D5D204583D62}"/>
          </ac:picMkLst>
        </pc:picChg>
        <pc:picChg chg="add del mod ord">
          <ac:chgData name="＊＊ 張" userId="a36628c2a5ae33f4" providerId="LiveId" clId="{DCAAEB37-2642-4DD7-AB85-1ECDD13769D7}" dt="2025-11-22T14:23:06.476" v="114" actId="478"/>
          <ac:picMkLst>
            <pc:docMk/>
            <pc:sldMk cId="2575498251" sldId="264"/>
            <ac:picMk id="8" creationId="{3F48D9D2-9088-022D-1046-61A3E86C8A09}"/>
          </ac:picMkLst>
        </pc:picChg>
      </pc:sldChg>
      <pc:sldChg chg="add">
        <pc:chgData name="＊＊ 張" userId="a36628c2a5ae33f4" providerId="LiveId" clId="{DCAAEB37-2642-4DD7-AB85-1ECDD13769D7}" dt="2025-11-20T16:16:12.620" v="40"/>
        <pc:sldMkLst>
          <pc:docMk/>
          <pc:sldMk cId="3211254205" sldId="265"/>
        </pc:sldMkLst>
      </pc:sldChg>
      <pc:sldChg chg="addSp modSp add mod">
        <pc:chgData name="＊＊ 張" userId="a36628c2a5ae33f4" providerId="LiveId" clId="{DCAAEB37-2642-4DD7-AB85-1ECDD13769D7}" dt="2025-11-20T16:17:38.873" v="60" actId="27636"/>
        <pc:sldMkLst>
          <pc:docMk/>
          <pc:sldMk cId="4092067532" sldId="266"/>
        </pc:sldMkLst>
        <pc:spChg chg="mod">
          <ac:chgData name="＊＊ 張" userId="a36628c2a5ae33f4" providerId="LiveId" clId="{DCAAEB37-2642-4DD7-AB85-1ECDD13769D7}" dt="2025-11-20T16:17:38.873" v="60" actId="27636"/>
          <ac:spMkLst>
            <pc:docMk/>
            <pc:sldMk cId="4092067532" sldId="266"/>
            <ac:spMk id="3" creationId="{F52A748F-81E5-94FA-433D-AEE47E95D653}"/>
          </ac:spMkLst>
        </pc:spChg>
        <pc:spChg chg="add mod">
          <ac:chgData name="＊＊ 張" userId="a36628c2a5ae33f4" providerId="LiveId" clId="{DCAAEB37-2642-4DD7-AB85-1ECDD13769D7}" dt="2025-11-20T16:17:00.581" v="50"/>
          <ac:spMkLst>
            <pc:docMk/>
            <pc:sldMk cId="4092067532" sldId="266"/>
            <ac:spMk id="16" creationId="{45B7A92F-993D-F95D-5343-3C817F72A482}"/>
          </ac:spMkLst>
        </pc:spChg>
        <pc:spChg chg="add mod">
          <ac:chgData name="＊＊ 張" userId="a36628c2a5ae33f4" providerId="LiveId" clId="{DCAAEB37-2642-4DD7-AB85-1ECDD13769D7}" dt="2025-11-20T16:17:28.142" v="56" actId="1076"/>
          <ac:spMkLst>
            <pc:docMk/>
            <pc:sldMk cId="4092067532" sldId="266"/>
            <ac:spMk id="17" creationId="{AF89017B-2F9E-260A-B1B1-AA1362C40552}"/>
          </ac:spMkLst>
        </pc:spChg>
        <pc:grpChg chg="add mod">
          <ac:chgData name="＊＊ 張" userId="a36628c2a5ae33f4" providerId="LiveId" clId="{DCAAEB37-2642-4DD7-AB85-1ECDD13769D7}" dt="2025-11-20T16:17:15.056" v="55" actId="1076"/>
          <ac:grpSpMkLst>
            <pc:docMk/>
            <pc:sldMk cId="4092067532" sldId="266"/>
            <ac:grpSpMk id="14" creationId="{49D0F1FC-27D9-7A8C-24A8-89AA83CCAD49}"/>
          </ac:grpSpMkLst>
        </pc:grpChg>
        <pc:picChg chg="add mod">
          <ac:chgData name="＊＊ 張" userId="a36628c2a5ae33f4" providerId="LiveId" clId="{DCAAEB37-2642-4DD7-AB85-1ECDD13769D7}" dt="2025-11-20T16:17:04.286" v="51" actId="1076"/>
          <ac:picMkLst>
            <pc:docMk/>
            <pc:sldMk cId="4092067532" sldId="266"/>
            <ac:picMk id="13" creationId="{EF4D254B-03E3-AF0C-1DAC-CD486D2B41AB}"/>
          </ac:picMkLst>
        </pc:picChg>
        <pc:picChg chg="add mod">
          <ac:chgData name="＊＊ 張" userId="a36628c2a5ae33f4" providerId="LiveId" clId="{DCAAEB37-2642-4DD7-AB85-1ECDD13769D7}" dt="2025-11-20T16:17:00.581" v="50"/>
          <ac:picMkLst>
            <pc:docMk/>
            <pc:sldMk cId="4092067532" sldId="266"/>
            <ac:picMk id="15" creationId="{2C374641-F31C-CD8D-62AA-912187DAFF5D}"/>
          </ac:picMkLst>
        </pc:picChg>
      </pc:sldChg>
      <pc:sldChg chg="addSp modSp add mod">
        <pc:chgData name="＊＊ 張" userId="a36628c2a5ae33f4" providerId="LiveId" clId="{DCAAEB37-2642-4DD7-AB85-1ECDD13769D7}" dt="2025-11-20T16:18:17.319" v="70" actId="1076"/>
        <pc:sldMkLst>
          <pc:docMk/>
          <pc:sldMk cId="31766756" sldId="267"/>
        </pc:sldMkLst>
        <pc:spChg chg="mod">
          <ac:chgData name="＊＊ 張" userId="a36628c2a5ae33f4" providerId="LiveId" clId="{DCAAEB37-2642-4DD7-AB85-1ECDD13769D7}" dt="2025-11-20T16:17:53.476" v="62" actId="255"/>
          <ac:spMkLst>
            <pc:docMk/>
            <pc:sldMk cId="31766756" sldId="267"/>
            <ac:spMk id="3" creationId="{46981511-C974-DA35-0E04-70E98E391787}"/>
          </ac:spMkLst>
        </pc:spChg>
        <pc:spChg chg="add mod">
          <ac:chgData name="＊＊ 張" userId="a36628c2a5ae33f4" providerId="LiveId" clId="{DCAAEB37-2642-4DD7-AB85-1ECDD13769D7}" dt="2025-11-20T16:18:12.204" v="69" actId="14100"/>
          <ac:spMkLst>
            <pc:docMk/>
            <pc:sldMk cId="31766756" sldId="267"/>
            <ac:spMk id="4" creationId="{1B0C8E45-8B89-02B3-3484-DFA4ED9AE711}"/>
          </ac:spMkLst>
        </pc:spChg>
        <pc:picChg chg="add mod">
          <ac:chgData name="＊＊ 張" userId="a36628c2a5ae33f4" providerId="LiveId" clId="{DCAAEB37-2642-4DD7-AB85-1ECDD13769D7}" dt="2025-11-20T16:18:17.319" v="70" actId="1076"/>
          <ac:picMkLst>
            <pc:docMk/>
            <pc:sldMk cId="31766756" sldId="267"/>
            <ac:picMk id="2" creationId="{77AEF00F-D832-48FB-FD87-37504B5007E1}"/>
          </ac:picMkLst>
        </pc:picChg>
      </pc:sldChg>
      <pc:sldChg chg="addSp delSp modSp add mod">
        <pc:chgData name="＊＊ 張" userId="a36628c2a5ae33f4" providerId="LiveId" clId="{DCAAEB37-2642-4DD7-AB85-1ECDD13769D7}" dt="2025-11-22T14:22:56.821" v="113" actId="167"/>
        <pc:sldMkLst>
          <pc:docMk/>
          <pc:sldMk cId="1496964375" sldId="268"/>
        </pc:sldMkLst>
        <pc:spChg chg="mod">
          <ac:chgData name="＊＊ 張" userId="a36628c2a5ae33f4" providerId="LiveId" clId="{DCAAEB37-2642-4DD7-AB85-1ECDD13769D7}" dt="2025-11-20T16:18:42.565" v="75" actId="14100"/>
          <ac:spMkLst>
            <pc:docMk/>
            <pc:sldMk cId="1496964375" sldId="268"/>
            <ac:spMk id="3" creationId="{0A07331F-E4EE-B2F7-0636-0E6C8A0595F2}"/>
          </ac:spMkLst>
        </pc:spChg>
        <pc:spChg chg="add mod ord">
          <ac:chgData name="＊＊ 張" userId="a36628c2a5ae33f4" providerId="LiveId" clId="{DCAAEB37-2642-4DD7-AB85-1ECDD13769D7}" dt="2025-11-20T16:32:18.363" v="99" actId="166"/>
          <ac:spMkLst>
            <pc:docMk/>
            <pc:sldMk cId="1496964375" sldId="268"/>
            <ac:spMk id="5" creationId="{F630B80A-65F9-B51C-9BF2-778D8C590236}"/>
          </ac:spMkLst>
        </pc:spChg>
        <pc:picChg chg="add mod ord">
          <ac:chgData name="＊＊ 張" userId="a36628c2a5ae33f4" providerId="LiveId" clId="{DCAAEB37-2642-4DD7-AB85-1ECDD13769D7}" dt="2025-11-22T14:22:56.821" v="113" actId="167"/>
          <ac:picMkLst>
            <pc:docMk/>
            <pc:sldMk cId="1496964375" sldId="268"/>
            <ac:picMk id="4" creationId="{239E9516-5F4D-7DB5-61A1-3C5CE8A065E6}"/>
          </ac:picMkLst>
        </pc:picChg>
        <pc:picChg chg="add del mod">
          <ac:chgData name="＊＊ 張" userId="a36628c2a5ae33f4" providerId="LiveId" clId="{DCAAEB37-2642-4DD7-AB85-1ECDD13769D7}" dt="2025-11-22T14:22:50.967" v="110" actId="478"/>
          <ac:picMkLst>
            <pc:docMk/>
            <pc:sldMk cId="1496964375" sldId="268"/>
            <ac:picMk id="7" creationId="{A5297A2C-2978-550B-6829-9BCC6E6548B6}"/>
          </ac:picMkLst>
        </pc:picChg>
      </pc:sldChg>
      <pc:sldChg chg="addSp delSp modSp add mod">
        <pc:chgData name="＊＊ 張" userId="a36628c2a5ae33f4" providerId="LiveId" clId="{DCAAEB37-2642-4DD7-AB85-1ECDD13769D7}" dt="2025-11-22T14:25:35.965" v="135" actId="164"/>
        <pc:sldMkLst>
          <pc:docMk/>
          <pc:sldMk cId="3271284601" sldId="269"/>
        </pc:sldMkLst>
        <pc:spChg chg="mod">
          <ac:chgData name="＊＊ 張" userId="a36628c2a5ae33f4" providerId="LiveId" clId="{DCAAEB37-2642-4DD7-AB85-1ECDD13769D7}" dt="2025-11-22T14:07:33.387" v="109" actId="255"/>
          <ac:spMkLst>
            <pc:docMk/>
            <pc:sldMk cId="3271284601" sldId="269"/>
            <ac:spMk id="3" creationId="{A426DB17-11EE-D25D-66E3-34F4E9904AF1}"/>
          </ac:spMkLst>
        </pc:spChg>
        <pc:spChg chg="add mod">
          <ac:chgData name="＊＊ 張" userId="a36628c2a5ae33f4" providerId="LiveId" clId="{DCAAEB37-2642-4DD7-AB85-1ECDD13769D7}" dt="2025-11-22T14:25:35.965" v="135" actId="164"/>
          <ac:spMkLst>
            <pc:docMk/>
            <pc:sldMk cId="3271284601" sldId="269"/>
            <ac:spMk id="7" creationId="{AB7D43A3-C844-0465-0AC0-9CE8C5C481EA}"/>
          </ac:spMkLst>
        </pc:spChg>
        <pc:grpChg chg="add mod">
          <ac:chgData name="＊＊ 張" userId="a36628c2a5ae33f4" providerId="LiveId" clId="{DCAAEB37-2642-4DD7-AB85-1ECDD13769D7}" dt="2025-11-22T14:25:35.965" v="135" actId="164"/>
          <ac:grpSpMkLst>
            <pc:docMk/>
            <pc:sldMk cId="3271284601" sldId="269"/>
            <ac:grpSpMk id="10" creationId="{0EF2C270-5AFD-B1B3-8B81-0A009D1A342E}"/>
          </ac:grpSpMkLst>
        </pc:grpChg>
        <pc:picChg chg="add del mod modCrop">
          <ac:chgData name="＊＊ 張" userId="a36628c2a5ae33f4" providerId="LiveId" clId="{DCAAEB37-2642-4DD7-AB85-1ECDD13769D7}" dt="2025-11-22T14:24:13.324" v="123" actId="478"/>
          <ac:picMkLst>
            <pc:docMk/>
            <pc:sldMk cId="3271284601" sldId="269"/>
            <ac:picMk id="4" creationId="{EE0191AF-E74B-7421-6326-0D1F8D985094}"/>
          </ac:picMkLst>
        </pc:picChg>
        <pc:picChg chg="add mod">
          <ac:chgData name="＊＊ 張" userId="a36628c2a5ae33f4" providerId="LiveId" clId="{DCAAEB37-2642-4DD7-AB85-1ECDD13769D7}" dt="2025-11-22T14:25:35.965" v="135" actId="164"/>
          <ac:picMkLst>
            <pc:docMk/>
            <pc:sldMk cId="3271284601" sldId="269"/>
            <ac:picMk id="6" creationId="{1FE4ED26-29E7-2CE2-030D-F507CE10FEBB}"/>
          </ac:picMkLst>
        </pc:picChg>
        <pc:picChg chg="add mod modCrop">
          <ac:chgData name="＊＊ 張" userId="a36628c2a5ae33f4" providerId="LiveId" clId="{DCAAEB37-2642-4DD7-AB85-1ECDD13769D7}" dt="2025-11-22T14:25:28.178" v="133" actId="732"/>
          <ac:picMkLst>
            <pc:docMk/>
            <pc:sldMk cId="3271284601" sldId="269"/>
            <ac:picMk id="9" creationId="{F07C76C8-BE9A-9C21-C03C-057D4B67CE0D}"/>
          </ac:picMkLst>
        </pc:picChg>
      </pc:sldChg>
      <pc:sldChg chg="addSp delSp modSp add mod">
        <pc:chgData name="＊＊ 張" userId="a36628c2a5ae33f4" providerId="LiveId" clId="{DCAAEB37-2642-4DD7-AB85-1ECDD13769D7}" dt="2025-11-22T14:56:44.327" v="348" actId="1076"/>
        <pc:sldMkLst>
          <pc:docMk/>
          <pc:sldMk cId="3480154273" sldId="270"/>
        </pc:sldMkLst>
        <pc:spChg chg="add del mod">
          <ac:chgData name="＊＊ 張" userId="a36628c2a5ae33f4" providerId="LiveId" clId="{DCAAEB37-2642-4DD7-AB85-1ECDD13769D7}" dt="2025-11-22T14:56:13.978" v="342" actId="478"/>
          <ac:spMkLst>
            <pc:docMk/>
            <pc:sldMk cId="3480154273" sldId="270"/>
            <ac:spMk id="2" creationId="{AA6865EA-D093-1E54-237C-EEB759123F90}"/>
          </ac:spMkLst>
        </pc:spChg>
        <pc:spChg chg="mod">
          <ac:chgData name="＊＊ 張" userId="a36628c2a5ae33f4" providerId="LiveId" clId="{DCAAEB37-2642-4DD7-AB85-1ECDD13769D7}" dt="2025-11-22T14:55:52.087" v="337" actId="14100"/>
          <ac:spMkLst>
            <pc:docMk/>
            <pc:sldMk cId="3480154273" sldId="270"/>
            <ac:spMk id="3" creationId="{BB1EEEB8-9EDD-4799-AA01-B5DD42723474}"/>
          </ac:spMkLst>
        </pc:spChg>
        <pc:spChg chg="mod">
          <ac:chgData name="＊＊ 張" userId="a36628c2a5ae33f4" providerId="LiveId" clId="{DCAAEB37-2642-4DD7-AB85-1ECDD13769D7}" dt="2025-11-22T14:56:07.170" v="340" actId="1076"/>
          <ac:spMkLst>
            <pc:docMk/>
            <pc:sldMk cId="3480154273" sldId="270"/>
            <ac:spMk id="6" creationId="{AA68F388-B417-F9EA-0382-C8F8AEFAC1A9}"/>
          </ac:spMkLst>
        </pc:spChg>
        <pc:spChg chg="add mod">
          <ac:chgData name="＊＊ 張" userId="a36628c2a5ae33f4" providerId="LiveId" clId="{DCAAEB37-2642-4DD7-AB85-1ECDD13769D7}" dt="2025-11-22T14:56:44.327" v="348" actId="1076"/>
          <ac:spMkLst>
            <pc:docMk/>
            <pc:sldMk cId="3480154273" sldId="270"/>
            <ac:spMk id="9" creationId="{53E7997D-1ADB-5396-96F9-99FD81C69D7F}"/>
          </ac:spMkLst>
        </pc:spChg>
        <pc:grpChg chg="add mod">
          <ac:chgData name="＊＊ 張" userId="a36628c2a5ae33f4" providerId="LiveId" clId="{DCAAEB37-2642-4DD7-AB85-1ECDD13769D7}" dt="2025-11-22T14:56:37.078" v="346" actId="1076"/>
          <ac:grpSpMkLst>
            <pc:docMk/>
            <pc:sldMk cId="3480154273" sldId="270"/>
            <ac:grpSpMk id="4" creationId="{D2685DB4-BF02-385A-76DD-069C80087EBF}"/>
          </ac:grpSpMkLst>
        </pc:grpChg>
        <pc:picChg chg="mod">
          <ac:chgData name="＊＊ 張" userId="a36628c2a5ae33f4" providerId="LiveId" clId="{DCAAEB37-2642-4DD7-AB85-1ECDD13769D7}" dt="2025-11-22T14:56:03.119" v="339"/>
          <ac:picMkLst>
            <pc:docMk/>
            <pc:sldMk cId="3480154273" sldId="270"/>
            <ac:picMk id="5" creationId="{0CF9C1C6-5CD6-E0DC-5016-8A2FBB54578A}"/>
          </ac:picMkLst>
        </pc:picChg>
        <pc:picChg chg="add mod">
          <ac:chgData name="＊＊ 張" userId="a36628c2a5ae33f4" providerId="LiveId" clId="{DCAAEB37-2642-4DD7-AB85-1ECDD13769D7}" dt="2025-11-22T14:56:34.045" v="345" actId="1076"/>
          <ac:picMkLst>
            <pc:docMk/>
            <pc:sldMk cId="3480154273" sldId="270"/>
            <ac:picMk id="8" creationId="{E51F07DD-7F2E-F3DD-CC36-F6BA819250EA}"/>
          </ac:picMkLst>
        </pc:picChg>
      </pc:sldChg>
      <pc:sldChg chg="addSp delSp modSp add mod">
        <pc:chgData name="＊＊ 張" userId="a36628c2a5ae33f4" providerId="LiveId" clId="{DCAAEB37-2642-4DD7-AB85-1ECDD13769D7}" dt="2025-11-22T14:47:44.932" v="154" actId="20577"/>
        <pc:sldMkLst>
          <pc:docMk/>
          <pc:sldMk cId="1479041127" sldId="271"/>
        </pc:sldMkLst>
        <pc:spChg chg="add del mod">
          <ac:chgData name="＊＊ 張" userId="a36628c2a5ae33f4" providerId="LiveId" clId="{DCAAEB37-2642-4DD7-AB85-1ECDD13769D7}" dt="2025-11-22T14:47:44.932" v="154" actId="20577"/>
          <ac:spMkLst>
            <pc:docMk/>
            <pc:sldMk cId="1479041127" sldId="271"/>
            <ac:spMk id="3" creationId="{08518D7E-A459-60AF-7C6E-689C95F2B0AD}"/>
          </ac:spMkLst>
        </pc:spChg>
        <pc:spChg chg="add del mod">
          <ac:chgData name="＊＊ 張" userId="a36628c2a5ae33f4" providerId="LiveId" clId="{DCAAEB37-2642-4DD7-AB85-1ECDD13769D7}" dt="2025-11-22T14:47:09.719" v="142" actId="478"/>
          <ac:spMkLst>
            <pc:docMk/>
            <pc:sldMk cId="1479041127" sldId="271"/>
            <ac:spMk id="8" creationId="{3192208C-A149-B0C2-FB13-91A41BB841C6}"/>
          </ac:spMkLst>
        </pc:spChg>
        <pc:picChg chg="add del mod ord">
          <ac:chgData name="＊＊ 張" userId="a36628c2a5ae33f4" providerId="LiveId" clId="{DCAAEB37-2642-4DD7-AB85-1ECDD13769D7}" dt="2025-11-22T14:47:00.431" v="137" actId="22"/>
          <ac:picMkLst>
            <pc:docMk/>
            <pc:sldMk cId="1479041127" sldId="271"/>
            <ac:picMk id="4" creationId="{CBBACD74-8E99-C3AD-8186-F80BD4C435DB}"/>
          </ac:picMkLst>
        </pc:picChg>
        <pc:picChg chg="add del mod ord">
          <ac:chgData name="＊＊ 張" userId="a36628c2a5ae33f4" providerId="LiveId" clId="{DCAAEB37-2642-4DD7-AB85-1ECDD13769D7}" dt="2025-11-22T14:47:10.963" v="143" actId="22"/>
          <ac:picMkLst>
            <pc:docMk/>
            <pc:sldMk cId="1479041127" sldId="271"/>
            <ac:picMk id="6" creationId="{735D6E89-F3E9-B5CB-384F-AE99515B2755}"/>
          </ac:picMkLst>
        </pc:picChg>
      </pc:sldChg>
      <pc:sldChg chg="addSp delSp modSp add mod">
        <pc:chgData name="＊＊ 張" userId="a36628c2a5ae33f4" providerId="LiveId" clId="{DCAAEB37-2642-4DD7-AB85-1ECDD13769D7}" dt="2025-11-22T14:56:51.823" v="350" actId="1076"/>
        <pc:sldMkLst>
          <pc:docMk/>
          <pc:sldMk cId="2717404465" sldId="272"/>
        </pc:sldMkLst>
        <pc:spChg chg="mod">
          <ac:chgData name="＊＊ 張" userId="a36628c2a5ae33f4" providerId="LiveId" clId="{DCAAEB37-2642-4DD7-AB85-1ECDD13769D7}" dt="2025-11-22T14:55:43.771" v="332" actId="20577"/>
          <ac:spMkLst>
            <pc:docMk/>
            <pc:sldMk cId="2717404465" sldId="272"/>
            <ac:spMk id="3" creationId="{E1041B3B-8DBD-7736-FA81-0D3E0F86E2D1}"/>
          </ac:spMkLst>
        </pc:spChg>
        <pc:spChg chg="add mod">
          <ac:chgData name="＊＊ 張" userId="a36628c2a5ae33f4" providerId="LiveId" clId="{DCAAEB37-2642-4DD7-AB85-1ECDD13769D7}" dt="2025-11-22T14:49:49.655" v="207" actId="164"/>
          <ac:spMkLst>
            <pc:docMk/>
            <pc:sldMk cId="2717404465" sldId="272"/>
            <ac:spMk id="5" creationId="{702C182E-C6A7-BEBC-31BC-C30313192775}"/>
          </ac:spMkLst>
        </pc:spChg>
        <pc:spChg chg="add mod">
          <ac:chgData name="＊＊ 張" userId="a36628c2a5ae33f4" providerId="LiveId" clId="{DCAAEB37-2642-4DD7-AB85-1ECDD13769D7}" dt="2025-11-22T14:56:51.823" v="350" actId="1076"/>
          <ac:spMkLst>
            <pc:docMk/>
            <pc:sldMk cId="2717404465" sldId="272"/>
            <ac:spMk id="13" creationId="{EAF1BD48-7380-C419-151C-9B644771144C}"/>
          </ac:spMkLst>
        </pc:spChg>
        <pc:grpChg chg="add mod">
          <ac:chgData name="＊＊ 張" userId="a36628c2a5ae33f4" providerId="LiveId" clId="{DCAAEB37-2642-4DD7-AB85-1ECDD13769D7}" dt="2025-11-22T14:49:49.655" v="207" actId="164"/>
          <ac:grpSpMkLst>
            <pc:docMk/>
            <pc:sldMk cId="2717404465" sldId="272"/>
            <ac:grpSpMk id="6" creationId="{F3175447-AE87-43A5-01B1-96C38A86E839}"/>
          </ac:grpSpMkLst>
        </pc:grpChg>
        <pc:picChg chg="add mod">
          <ac:chgData name="＊＊ 張" userId="a36628c2a5ae33f4" providerId="LiveId" clId="{DCAAEB37-2642-4DD7-AB85-1ECDD13769D7}" dt="2025-11-22T14:49:49.655" v="207" actId="164"/>
          <ac:picMkLst>
            <pc:docMk/>
            <pc:sldMk cId="2717404465" sldId="272"/>
            <ac:picMk id="4" creationId="{978FFD01-28D7-F0E9-C9CD-45FE80998D24}"/>
          </ac:picMkLst>
        </pc:picChg>
        <pc:picChg chg="add del mod">
          <ac:chgData name="＊＊ 張" userId="a36628c2a5ae33f4" providerId="LiveId" clId="{DCAAEB37-2642-4DD7-AB85-1ECDD13769D7}" dt="2025-11-22T14:50:27.367" v="210" actId="478"/>
          <ac:picMkLst>
            <pc:docMk/>
            <pc:sldMk cId="2717404465" sldId="272"/>
            <ac:picMk id="8" creationId="{C9018BEA-535C-789F-548C-4BC973F9DC40}"/>
          </ac:picMkLst>
        </pc:picChg>
        <pc:picChg chg="add del mod">
          <ac:chgData name="＊＊ 張" userId="a36628c2a5ae33f4" providerId="LiveId" clId="{DCAAEB37-2642-4DD7-AB85-1ECDD13769D7}" dt="2025-11-22T14:50:56.763" v="213" actId="478"/>
          <ac:picMkLst>
            <pc:docMk/>
            <pc:sldMk cId="2717404465" sldId="272"/>
            <ac:picMk id="10" creationId="{370FFD86-263F-E6A1-6C73-0B0954962E73}"/>
          </ac:picMkLst>
        </pc:picChg>
        <pc:picChg chg="add mod">
          <ac:chgData name="＊＊ 張" userId="a36628c2a5ae33f4" providerId="LiveId" clId="{DCAAEB37-2642-4DD7-AB85-1ECDD13769D7}" dt="2025-11-22T14:51:32.334" v="215" actId="1076"/>
          <ac:picMkLst>
            <pc:docMk/>
            <pc:sldMk cId="2717404465" sldId="272"/>
            <ac:picMk id="12" creationId="{F4F0AA90-C930-CD34-E764-1B541230325D}"/>
          </ac:picMkLst>
        </pc:picChg>
      </pc:sldChg>
      <pc:sldChg chg="modSp add mod">
        <pc:chgData name="＊＊ 張" userId="a36628c2a5ae33f4" providerId="LiveId" clId="{DCAAEB37-2642-4DD7-AB85-1ECDD13769D7}" dt="2025-11-22T14:54:02.675" v="271" actId="255"/>
        <pc:sldMkLst>
          <pc:docMk/>
          <pc:sldMk cId="634581556" sldId="273"/>
        </pc:sldMkLst>
        <pc:spChg chg="mod">
          <ac:chgData name="＊＊ 張" userId="a36628c2a5ae33f4" providerId="LiveId" clId="{DCAAEB37-2642-4DD7-AB85-1ECDD13769D7}" dt="2025-11-22T14:54:02.675" v="271" actId="255"/>
          <ac:spMkLst>
            <pc:docMk/>
            <pc:sldMk cId="634581556" sldId="273"/>
            <ac:spMk id="3" creationId="{6D01AA40-22F5-7FF8-B8AF-647A4755F3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89CBB-4793-39B6-BBA6-D6E108F87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EA6E21-F04E-171F-0BD0-296355BA2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65CE4E-8CEC-0C2C-ECFA-EBCC7891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832A42-BA4B-3047-C360-B8D9D4B2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F15E19-225E-7EAD-65CF-1D5D9484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5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AA69A3-A895-0DE3-D888-4A42BC34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EF3081-15E1-A563-D6A4-538F04B8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DFFAB4-2C8B-DD49-9671-326D28FA8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C7A328-46EE-53BA-8FE5-C15CFABA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1BB7D2-AE42-D7FD-DDB5-5EBEF07B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921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9DF9BA-E393-FB6E-FE69-DE7AD4AAA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420FA66-4F4D-7D8B-0EE1-13F4A6F1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556F7E-C7EE-8A6E-5A21-365B0251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073C8C-D348-F277-C7AD-D8AD9789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6BE560-2064-BE94-9A8E-F539FCA0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26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6691BA-53BA-2529-917A-16B1EC3B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2F15C5-6F7E-899E-8079-2D4B9FF1E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9C2918-F72F-1455-7111-BDE268DAB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E8DFAF-B73B-E999-29DD-8987AB2E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8B1EE5-8438-D7C0-C366-00D28B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AAAAD8-A8BD-50CF-A08E-1A80A7E9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96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DD9982-F899-730C-9E13-9D26B682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736438-82E6-4627-E9CC-ECE0E3B18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EFC4D9-1FCE-3816-889B-2439E3FED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1329A8-1E6F-318F-A71D-F6C0E46DB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1CB7FC-703D-2DE3-A1A5-22CBDAD4C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E1EA90-7EAF-4A7A-E4DC-1D18AFE8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4A1EB3-8256-75FB-3A71-D6CF510E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033445E-C204-9600-5694-BAB8EAF9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51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48E008-D74A-40A0-4B84-C0B4A7A3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1ECD7D-0235-721D-C08E-02B27E6F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F2331C4-B93E-C479-962E-6D190334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3803430-3D0F-ADB2-1ADB-21162D3B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33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DACD00-A1C1-E819-94F4-2E748F8F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2B3E57-8A66-DF09-4BFF-8F058948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FC8C5F-7B50-5705-25C0-E260ECEF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06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3157F-A7F2-D533-A459-BF73EF17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37F88-D635-351B-7A0D-67FB51121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DCED54-FB1F-982F-75B3-23F0D52BA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2649A-C5DC-C272-59C9-A7D9328C1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30F204-DB9B-1462-4F24-83337D91D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60689D-9ED7-2406-0B23-D58A062E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20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12276-A31D-95ED-2479-099359E9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4E9B3B3-ADD4-29ED-B067-0143094CA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644E37F-808A-FE5D-95B3-75A7F4DC1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2AFA0F7-724D-4038-1D39-2E7F6592E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87C2E2-2C2D-69D0-6E36-BF2D7EAB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03B677-447D-5403-A5EA-DEBCCC3B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34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72BCF8-A8CE-22E0-F75D-9A3D8940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980946C-402A-D778-6EAD-828BC62DD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A3736E-9357-E1FA-EEDC-FF06ABF0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7721F0-3B34-C227-D778-ABDFE266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714C65-63CB-96F0-62C1-7A275F8E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76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8F0AA6A-CC00-D643-BD10-2DCA4DB82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EFE36-F7DF-58ED-3D5D-1DE5E490B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E982E4-548F-820F-4C6F-54C85EDD9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58A7E6-011F-FDAF-6A2C-C98486BB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DF130B-D95D-BD1B-6DEF-F7C9736F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97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38174B-46C6-F0FD-3F2E-47532EE7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23E0B0-9D23-7CC1-9807-13CCE0359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FD56FF-2651-B989-C1F8-5FD960DC5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6CBDE-FE2D-4770-A3EF-700E68EAFDA1}" type="datetimeFigureOut">
              <a:rPr lang="zh-TW" altLang="en-US" smtClean="0"/>
              <a:t>2025/11/22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BC3D1A-EA7E-7808-A0E1-9EEF7EF3C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E607A4-5C5B-9026-94B6-80F3B911F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7F208-AF1E-4A92-A33C-39DE6E0A80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60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A3AC-EBFC-F4A2-0914-4EA2B4F8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00661B-51D0-F839-F005-93CAAB183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385734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6.</a:t>
            </a:r>
            <a:r>
              <a:rPr lang="zh-TW" altLang="zh-TW" sz="2000" dirty="0"/>
              <a:t>會員登入</a:t>
            </a:r>
            <a:r>
              <a:rPr lang="en-US" altLang="zh-TW" sz="2000" dirty="0"/>
              <a:t>/</a:t>
            </a:r>
            <a:r>
              <a:rPr lang="zh-TW" altLang="zh-TW" sz="2000" dirty="0"/>
              <a:t>註冊案例說明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使用案例</a:t>
            </a:r>
            <a:r>
              <a:rPr lang="en-US" altLang="zh-TW" sz="2000" dirty="0"/>
              <a:t>1:</a:t>
            </a:r>
            <a:r>
              <a:rPr lang="zh-TW" altLang="zh-TW" sz="2000" dirty="0"/>
              <a:t>會員註冊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使用案例</a:t>
            </a:r>
            <a:r>
              <a:rPr lang="en-US" altLang="zh-TW" sz="2000" dirty="0"/>
              <a:t>2:</a:t>
            </a:r>
            <a:r>
              <a:rPr lang="zh-TW" altLang="zh-TW" sz="2000" dirty="0"/>
              <a:t>會員登入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使用案例</a:t>
            </a:r>
            <a:r>
              <a:rPr lang="en-US" altLang="zh-TW" sz="2000" dirty="0"/>
              <a:t>3:</a:t>
            </a:r>
            <a:r>
              <a:rPr lang="zh-TW" altLang="zh-TW" sz="2000" dirty="0"/>
              <a:t>會員資料</a:t>
            </a:r>
            <a:r>
              <a:rPr lang="en-US" altLang="zh-TW" sz="2000" dirty="0"/>
              <a:t>/</a:t>
            </a:r>
            <a:r>
              <a:rPr lang="zh-TW" altLang="zh-TW" sz="2000" dirty="0"/>
              <a:t>密碼變更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使用案例</a:t>
            </a:r>
            <a:r>
              <a:rPr lang="en-US" altLang="zh-TW" sz="2000" dirty="0"/>
              <a:t>4:</a:t>
            </a:r>
            <a:r>
              <a:rPr lang="zh-TW" altLang="zh-TW" sz="2000" dirty="0"/>
              <a:t>會員訂單查詢</a:t>
            </a: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125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3E980-FD10-561E-F583-D323C4F4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2A748F-81E5-94FA-433D-AEE47E95D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385734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6-1.&lt;</a:t>
            </a:r>
            <a:r>
              <a:rPr lang="zh-TW" altLang="zh-TW" sz="2000" dirty="0"/>
              <a:t>會員註冊</a:t>
            </a:r>
            <a:r>
              <a:rPr lang="en-US" altLang="zh-TW" sz="2000" dirty="0"/>
              <a:t>&gt;</a:t>
            </a:r>
            <a:r>
              <a:rPr lang="zh-TW" altLang="zh-TW" sz="2000" dirty="0"/>
              <a:t>案例說明</a:t>
            </a:r>
          </a:p>
          <a:p>
            <a:r>
              <a:rPr lang="en-US" altLang="zh-TW" sz="2000" dirty="0"/>
              <a:t>6-1-1</a:t>
            </a:r>
            <a:r>
              <a:rPr lang="zh-TW" altLang="zh-TW" sz="2000" dirty="0"/>
              <a:t>主要流程</a:t>
            </a:r>
          </a:p>
          <a:p>
            <a:r>
              <a:rPr lang="en-US" altLang="zh-TW" sz="2000" dirty="0"/>
              <a:t>1.</a:t>
            </a:r>
            <a:r>
              <a:rPr lang="zh-TW" altLang="zh-TW" sz="2000" dirty="0"/>
              <a:t>使用者進入主頁面</a:t>
            </a:r>
          </a:p>
          <a:p>
            <a:r>
              <a:rPr lang="en-US" altLang="zh-TW" sz="2000" dirty="0"/>
              <a:t>2.</a:t>
            </a:r>
            <a:r>
              <a:rPr lang="zh-TW" altLang="zh-TW" sz="2000" dirty="0"/>
              <a:t>使用者點擊會員登入</a:t>
            </a:r>
            <a:r>
              <a:rPr lang="en-US" altLang="zh-TW" sz="2000" dirty="0"/>
              <a:t>/</a:t>
            </a:r>
            <a:r>
              <a:rPr lang="zh-TW" altLang="zh-TW" sz="2000" dirty="0"/>
              <a:t>註冊連結</a:t>
            </a:r>
          </a:p>
          <a:p>
            <a:r>
              <a:rPr lang="en-US" altLang="zh-TW" sz="2000" dirty="0"/>
              <a:t>3.</a:t>
            </a:r>
            <a:r>
              <a:rPr lang="zh-TW" altLang="zh-TW" sz="2000" dirty="0"/>
              <a:t>使用者點擊註冊會員連結</a:t>
            </a:r>
          </a:p>
          <a:p>
            <a:r>
              <a:rPr lang="en-US" altLang="zh-TW" sz="2000" dirty="0"/>
              <a:t>4.</a:t>
            </a:r>
            <a:r>
              <a:rPr lang="zh-TW" altLang="zh-TW" sz="2000" dirty="0"/>
              <a:t>系統顯示註冊會員所需欄位</a:t>
            </a:r>
          </a:p>
          <a:p>
            <a:r>
              <a:rPr lang="en-US" altLang="zh-TW" sz="2000" dirty="0"/>
              <a:t>5.</a:t>
            </a:r>
            <a:r>
              <a:rPr lang="zh-TW" altLang="zh-TW" sz="2000" dirty="0"/>
              <a:t>使用者填寫註冊會員資料</a:t>
            </a:r>
          </a:p>
          <a:p>
            <a:r>
              <a:rPr lang="en-US" altLang="zh-TW" sz="2000" dirty="0"/>
              <a:t>6.</a:t>
            </a:r>
            <a:r>
              <a:rPr lang="zh-TW" altLang="zh-TW" sz="2000" dirty="0"/>
              <a:t>填妥點擊確認註冊</a:t>
            </a:r>
          </a:p>
          <a:p>
            <a:r>
              <a:rPr lang="en-US" altLang="zh-TW" sz="2000" dirty="0"/>
              <a:t>7.</a:t>
            </a:r>
            <a:r>
              <a:rPr lang="zh-TW" altLang="zh-TW" sz="2000" dirty="0"/>
              <a:t>系統返回登入頁面</a:t>
            </a:r>
          </a:p>
          <a:p>
            <a:endParaRPr lang="zh-TW" altLang="en-US" sz="2000" dirty="0"/>
          </a:p>
        </p:txBody>
      </p:sp>
      <p:pic>
        <p:nvPicPr>
          <p:cNvPr id="13" name="圖片 1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F4D254B-03E3-AF0C-1DAC-CD486D2B4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364"/>
          <a:stretch>
            <a:fillRect/>
          </a:stretch>
        </p:blipFill>
        <p:spPr bwMode="auto">
          <a:xfrm>
            <a:off x="6287241" y="504825"/>
            <a:ext cx="3359785" cy="13106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49D0F1FC-27D9-7A8C-24A8-89AA83CCAD49}"/>
              </a:ext>
            </a:extLst>
          </p:cNvPr>
          <p:cNvGrpSpPr/>
          <p:nvPr/>
        </p:nvGrpSpPr>
        <p:grpSpPr>
          <a:xfrm>
            <a:off x="6287241" y="2133812"/>
            <a:ext cx="3086100" cy="3642995"/>
            <a:chOff x="0" y="0"/>
            <a:chExt cx="3086367" cy="364351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2C374641-F31C-CD8D-62AA-912187DAF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8932"/>
            <a:stretch>
              <a:fillRect/>
            </a:stretch>
          </p:blipFill>
          <p:spPr>
            <a:xfrm>
              <a:off x="0" y="0"/>
              <a:ext cx="3086367" cy="3643513"/>
            </a:xfrm>
            <a:prstGeom prst="rect">
              <a:avLst/>
            </a:prstGeom>
          </p:spPr>
        </p:pic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45B7A92F-993D-F95D-5343-3C817F72A482}"/>
                </a:ext>
              </a:extLst>
            </p:cNvPr>
            <p:cNvSpPr/>
            <p:nvPr/>
          </p:nvSpPr>
          <p:spPr>
            <a:xfrm>
              <a:off x="0" y="3102131"/>
              <a:ext cx="968710" cy="47413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F89017B-2F9E-260A-B1B1-AA1362C40552}"/>
              </a:ext>
            </a:extLst>
          </p:cNvPr>
          <p:cNvSpPr/>
          <p:nvPr/>
        </p:nvSpPr>
        <p:spPr>
          <a:xfrm>
            <a:off x="7345978" y="1341398"/>
            <a:ext cx="968626" cy="4740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206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1538-F616-396C-6477-7DFEABB5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981511-C974-DA35-0E04-70E98E39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385734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6-2. &lt;</a:t>
            </a:r>
            <a:r>
              <a:rPr lang="zh-TW" altLang="zh-TW" sz="2000" dirty="0"/>
              <a:t>會員登入</a:t>
            </a:r>
            <a:r>
              <a:rPr lang="en-US" altLang="zh-TW" sz="2000" dirty="0"/>
              <a:t>&gt;</a:t>
            </a:r>
            <a:r>
              <a:rPr lang="zh-TW" altLang="zh-TW" sz="2000" dirty="0"/>
              <a:t>案例說明</a:t>
            </a:r>
          </a:p>
          <a:p>
            <a:r>
              <a:rPr lang="en-US" altLang="zh-TW" sz="2000" dirty="0"/>
              <a:t>6-2-1</a:t>
            </a:r>
            <a:r>
              <a:rPr lang="zh-TW" altLang="zh-TW" sz="2000" dirty="0"/>
              <a:t>主要流程</a:t>
            </a:r>
          </a:p>
          <a:p>
            <a:r>
              <a:rPr lang="en-US" altLang="zh-TW" sz="2000" dirty="0"/>
              <a:t>1.</a:t>
            </a:r>
            <a:r>
              <a:rPr lang="zh-TW" altLang="zh-TW" sz="2000" dirty="0"/>
              <a:t>使用者進入主頁面</a:t>
            </a:r>
          </a:p>
          <a:p>
            <a:r>
              <a:rPr lang="en-US" altLang="zh-TW" sz="2000" dirty="0"/>
              <a:t>2.</a:t>
            </a:r>
            <a:r>
              <a:rPr lang="zh-TW" altLang="zh-TW" sz="2000" dirty="0"/>
              <a:t>使用者點擊會員登入</a:t>
            </a:r>
            <a:r>
              <a:rPr lang="en-US" altLang="zh-TW" sz="2000" dirty="0"/>
              <a:t>/</a:t>
            </a:r>
            <a:r>
              <a:rPr lang="zh-TW" altLang="zh-TW" sz="2000" dirty="0"/>
              <a:t>註冊連結</a:t>
            </a:r>
          </a:p>
          <a:p>
            <a:r>
              <a:rPr lang="en-US" altLang="zh-TW" sz="2000" dirty="0"/>
              <a:t>3.</a:t>
            </a:r>
            <a:r>
              <a:rPr lang="zh-TW" altLang="zh-TW" sz="2000" dirty="0"/>
              <a:t>系統顯示帳號密碼欄位</a:t>
            </a:r>
          </a:p>
          <a:p>
            <a:r>
              <a:rPr lang="en-US" altLang="zh-TW" sz="2000" dirty="0"/>
              <a:t>4.</a:t>
            </a:r>
            <a:r>
              <a:rPr lang="zh-TW" altLang="zh-TW" sz="2000" dirty="0"/>
              <a:t>使用者填妥登入資料後點擊登入</a:t>
            </a:r>
          </a:p>
          <a:p>
            <a:r>
              <a:rPr lang="en-US" altLang="zh-TW" sz="2000" dirty="0"/>
              <a:t>5.</a:t>
            </a:r>
            <a:r>
              <a:rPr lang="zh-TW" altLang="zh-TW" sz="2000" dirty="0"/>
              <a:t>系統返回主頁面</a:t>
            </a:r>
          </a:p>
          <a:p>
            <a:endParaRPr lang="zh-TW" altLang="en-US" sz="20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7AEF00F-D832-48FB-FD87-37504B500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81813"/>
            <a:ext cx="3200677" cy="195851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B0C8E45-8B89-02B3-3484-DFA4ED9AE711}"/>
              </a:ext>
            </a:extLst>
          </p:cNvPr>
          <p:cNvSpPr/>
          <p:nvPr/>
        </p:nvSpPr>
        <p:spPr>
          <a:xfrm>
            <a:off x="6096000" y="1642533"/>
            <a:ext cx="584200" cy="4148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85F4-A504-10B8-E752-1AD97E51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39E9516-5F4D-7DB5-61A1-3C5CE8A06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276" y="182302"/>
            <a:ext cx="4320914" cy="6675698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7331F-E4EE-B2F7-0636-0E6C8A059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5080000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6-3. &lt;</a:t>
            </a:r>
            <a:r>
              <a:rPr lang="zh-TW" altLang="zh-TW" sz="2000" dirty="0"/>
              <a:t>會員資料</a:t>
            </a:r>
            <a:r>
              <a:rPr lang="en-US" altLang="zh-TW" sz="2000" dirty="0"/>
              <a:t>/</a:t>
            </a:r>
            <a:r>
              <a:rPr lang="zh-TW" altLang="zh-TW" sz="2000" dirty="0"/>
              <a:t>密碼變更</a:t>
            </a:r>
            <a:r>
              <a:rPr lang="en-US" altLang="zh-TW" sz="2000" dirty="0"/>
              <a:t>&gt;</a:t>
            </a:r>
            <a:r>
              <a:rPr lang="zh-TW" altLang="zh-TW" sz="2000" dirty="0"/>
              <a:t>案例說明</a:t>
            </a:r>
          </a:p>
          <a:p>
            <a:r>
              <a:rPr lang="en-US" altLang="zh-TW" sz="2000" dirty="0"/>
              <a:t> </a:t>
            </a:r>
            <a:endParaRPr lang="zh-TW" altLang="zh-TW" sz="2000" dirty="0"/>
          </a:p>
          <a:p>
            <a:r>
              <a:rPr lang="en-US" altLang="zh-TW" sz="2000" dirty="0"/>
              <a:t>6-3-1.</a:t>
            </a:r>
            <a:r>
              <a:rPr lang="zh-TW" altLang="zh-TW" sz="2000" dirty="0"/>
              <a:t>前置條件</a:t>
            </a:r>
          </a:p>
          <a:p>
            <a:r>
              <a:rPr lang="zh-TW" altLang="zh-TW" sz="2000" dirty="0"/>
              <a:t>使用者已登入系統</a:t>
            </a:r>
          </a:p>
          <a:p>
            <a:r>
              <a:rPr lang="en-US" altLang="zh-TW" sz="2000" dirty="0"/>
              <a:t> </a:t>
            </a:r>
            <a:endParaRPr lang="zh-TW" altLang="zh-TW" sz="2000" dirty="0"/>
          </a:p>
          <a:p>
            <a:r>
              <a:rPr lang="en-US" altLang="zh-TW" sz="2000" dirty="0"/>
              <a:t>6-3-2.</a:t>
            </a:r>
            <a:r>
              <a:rPr lang="zh-TW" altLang="zh-TW" sz="2000" dirty="0"/>
              <a:t>會員資料變更</a:t>
            </a:r>
            <a:r>
              <a:rPr lang="en-US" altLang="zh-TW" sz="2000" dirty="0"/>
              <a:t>-</a:t>
            </a:r>
            <a:r>
              <a:rPr lang="zh-TW" altLang="zh-TW" sz="2000" dirty="0"/>
              <a:t>主要流程</a:t>
            </a:r>
          </a:p>
          <a:p>
            <a:r>
              <a:rPr lang="en-US" altLang="zh-TW" sz="2000" dirty="0"/>
              <a:t>1.</a:t>
            </a:r>
            <a:r>
              <a:rPr lang="zh-TW" altLang="zh-TW" sz="2000" dirty="0"/>
              <a:t>使用者點擊會員中心</a:t>
            </a:r>
          </a:p>
          <a:p>
            <a:r>
              <a:rPr lang="en-US" altLang="zh-TW" sz="2000" dirty="0"/>
              <a:t>2.</a:t>
            </a:r>
            <a:r>
              <a:rPr lang="zh-TW" altLang="zh-TW" sz="2000" dirty="0"/>
              <a:t>系統顯示會員中心頁面</a:t>
            </a:r>
          </a:p>
          <a:p>
            <a:r>
              <a:rPr lang="en-US" altLang="zh-TW" sz="2000" dirty="0"/>
              <a:t>3.</a:t>
            </a:r>
            <a:r>
              <a:rPr lang="zh-TW" altLang="zh-TW" sz="2000" dirty="0"/>
              <a:t>使用者點擊變更會員資料</a:t>
            </a:r>
          </a:p>
          <a:p>
            <a:r>
              <a:rPr lang="en-US" altLang="zh-TW" sz="2000" dirty="0"/>
              <a:t>4.</a:t>
            </a:r>
            <a:r>
              <a:rPr lang="zh-TW" altLang="zh-TW" sz="2000" dirty="0"/>
              <a:t>系統顯示變更資料欄位</a:t>
            </a:r>
          </a:p>
          <a:p>
            <a:r>
              <a:rPr lang="en-US" altLang="zh-TW" sz="2000" dirty="0"/>
              <a:t>5.</a:t>
            </a:r>
            <a:r>
              <a:rPr lang="zh-TW" altLang="zh-TW" sz="2000" dirty="0"/>
              <a:t>會員填妥欲變更資料後點擊確認變更</a:t>
            </a:r>
          </a:p>
          <a:p>
            <a:r>
              <a:rPr lang="en-US" altLang="zh-TW" sz="2000" dirty="0"/>
              <a:t>6.</a:t>
            </a:r>
            <a:r>
              <a:rPr lang="zh-TW" altLang="zh-TW" sz="2000" dirty="0"/>
              <a:t>變更完成</a:t>
            </a:r>
            <a:r>
              <a:rPr lang="en-US" altLang="zh-TW" sz="2000" dirty="0"/>
              <a:t>,</a:t>
            </a:r>
            <a:r>
              <a:rPr lang="zh-TW" altLang="zh-TW" sz="2000" dirty="0"/>
              <a:t>系統返回會員中心頁面</a:t>
            </a:r>
          </a:p>
          <a:p>
            <a:endParaRPr lang="zh-TW" altLang="en-US" sz="2000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630B80A-65F9-B51C-9BF2-778D8C590236}"/>
              </a:ext>
            </a:extLst>
          </p:cNvPr>
          <p:cNvSpPr/>
          <p:nvPr/>
        </p:nvSpPr>
        <p:spPr>
          <a:xfrm>
            <a:off x="5655733" y="1498600"/>
            <a:ext cx="3683000" cy="34459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96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9C5D698-33F8-3167-B9C0-D5D20458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476" y="182302"/>
            <a:ext cx="4320914" cy="6675698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6C4AB-1321-7EEA-99E4-1F8F0670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530338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6-3-3.</a:t>
            </a:r>
            <a:r>
              <a:rPr lang="zh-TW" altLang="zh-TW" sz="2000" dirty="0"/>
              <a:t>會員密碼變更</a:t>
            </a:r>
            <a:r>
              <a:rPr lang="en-US" altLang="zh-TW" sz="2000" dirty="0"/>
              <a:t>-</a:t>
            </a:r>
            <a:r>
              <a:rPr lang="zh-TW" altLang="zh-TW" sz="2000" dirty="0"/>
              <a:t>主要流程</a:t>
            </a:r>
          </a:p>
          <a:p>
            <a:r>
              <a:rPr lang="en-US" altLang="zh-TW" sz="2000" dirty="0"/>
              <a:t>1.</a:t>
            </a:r>
            <a:r>
              <a:rPr lang="zh-TW" altLang="zh-TW" sz="2000" dirty="0"/>
              <a:t>使用者點擊會員中心</a:t>
            </a:r>
          </a:p>
          <a:p>
            <a:r>
              <a:rPr lang="en-US" altLang="zh-TW" sz="2000" dirty="0"/>
              <a:t>2.</a:t>
            </a:r>
            <a:r>
              <a:rPr lang="zh-TW" altLang="zh-TW" sz="2000" dirty="0"/>
              <a:t>系統顯示會員中心頁面</a:t>
            </a:r>
          </a:p>
          <a:p>
            <a:r>
              <a:rPr lang="en-US" altLang="zh-TW" sz="2000" dirty="0"/>
              <a:t>3.</a:t>
            </a:r>
            <a:r>
              <a:rPr lang="zh-TW" altLang="zh-TW" sz="2000" dirty="0"/>
              <a:t>使用者點擊變更會員資料</a:t>
            </a:r>
          </a:p>
          <a:p>
            <a:r>
              <a:rPr lang="en-US" altLang="zh-TW" sz="2000" dirty="0"/>
              <a:t>4.</a:t>
            </a:r>
            <a:r>
              <a:rPr lang="zh-TW" altLang="zh-TW" sz="2000" dirty="0"/>
              <a:t>系統顯示變更密碼欄位</a:t>
            </a:r>
          </a:p>
          <a:p>
            <a:r>
              <a:rPr lang="en-US" altLang="zh-TW" sz="2000" dirty="0"/>
              <a:t>5.</a:t>
            </a:r>
            <a:r>
              <a:rPr lang="zh-TW" altLang="zh-TW" sz="2000" dirty="0"/>
              <a:t>會員填妥新舊密碼後點擊密碼變更</a:t>
            </a:r>
          </a:p>
          <a:p>
            <a:r>
              <a:rPr lang="en-US" altLang="zh-TW" sz="2000" dirty="0"/>
              <a:t>6.</a:t>
            </a:r>
            <a:r>
              <a:rPr lang="zh-TW" altLang="zh-TW" sz="2000" dirty="0"/>
              <a:t>變更完成</a:t>
            </a:r>
            <a:r>
              <a:rPr lang="en-US" altLang="zh-TW" sz="2000" dirty="0"/>
              <a:t>,</a:t>
            </a:r>
            <a:r>
              <a:rPr lang="zh-TW" altLang="zh-TW" sz="2000" dirty="0"/>
              <a:t>系統返回會員中心頁面</a:t>
            </a:r>
          </a:p>
          <a:p>
            <a:endParaRPr lang="zh-TW" altLang="en-US" sz="2000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F24015D-323B-A790-BE11-AD8CDF9C0F35}"/>
              </a:ext>
            </a:extLst>
          </p:cNvPr>
          <p:cNvSpPr/>
          <p:nvPr/>
        </p:nvSpPr>
        <p:spPr>
          <a:xfrm>
            <a:off x="5884333" y="4919132"/>
            <a:ext cx="2980268" cy="18711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49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ED33-4A3C-2896-54D6-EF8B55F6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26DB17-11EE-D25D-66E3-34F4E9904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385734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6-4. &lt;</a:t>
            </a:r>
            <a:r>
              <a:rPr lang="zh-TW" altLang="zh-TW" sz="2000" dirty="0"/>
              <a:t>會員訂單查詢</a:t>
            </a:r>
            <a:r>
              <a:rPr lang="en-US" altLang="zh-TW" sz="2000" dirty="0"/>
              <a:t>&gt;</a:t>
            </a:r>
            <a:r>
              <a:rPr lang="zh-TW" altLang="zh-TW" sz="2000" dirty="0"/>
              <a:t>案例說明</a:t>
            </a:r>
          </a:p>
          <a:p>
            <a:r>
              <a:rPr lang="en-US" altLang="zh-TW" sz="2000" dirty="0"/>
              <a:t>6-4-1.</a:t>
            </a:r>
            <a:r>
              <a:rPr lang="zh-TW" altLang="zh-TW" sz="2000" dirty="0"/>
              <a:t>前置條件</a:t>
            </a:r>
          </a:p>
          <a:p>
            <a:r>
              <a:rPr lang="zh-TW" altLang="zh-TW" sz="2000" dirty="0"/>
              <a:t>使用者已登入系統</a:t>
            </a:r>
          </a:p>
          <a:p>
            <a:r>
              <a:rPr lang="en-US" altLang="zh-TW" sz="2000" dirty="0"/>
              <a:t> </a:t>
            </a:r>
            <a:endParaRPr lang="zh-TW" altLang="zh-TW" sz="2000" dirty="0"/>
          </a:p>
          <a:p>
            <a:r>
              <a:rPr lang="en-US" altLang="zh-TW" sz="2000" dirty="0"/>
              <a:t>6-4-2.&lt;</a:t>
            </a:r>
            <a:r>
              <a:rPr lang="zh-TW" altLang="zh-TW" sz="2000" dirty="0"/>
              <a:t>會員訂單查詢</a:t>
            </a:r>
            <a:r>
              <a:rPr lang="en-US" altLang="zh-TW" sz="2000" dirty="0"/>
              <a:t>&gt;</a:t>
            </a:r>
            <a:r>
              <a:rPr lang="zh-TW" altLang="zh-TW" sz="2000" dirty="0"/>
              <a:t>主要流程</a:t>
            </a:r>
          </a:p>
          <a:p>
            <a:r>
              <a:rPr lang="en-US" altLang="zh-TW" sz="2000" dirty="0"/>
              <a:t>1.</a:t>
            </a:r>
            <a:r>
              <a:rPr lang="zh-TW" altLang="zh-TW" sz="2000" dirty="0"/>
              <a:t>使用者點擊會員中心</a:t>
            </a:r>
          </a:p>
          <a:p>
            <a:r>
              <a:rPr lang="en-US" altLang="zh-TW" sz="2000" dirty="0"/>
              <a:t>2.</a:t>
            </a:r>
            <a:r>
              <a:rPr lang="zh-TW" altLang="zh-TW" sz="2000" dirty="0"/>
              <a:t>系統顯示會員中心頁面</a:t>
            </a:r>
          </a:p>
          <a:p>
            <a:r>
              <a:rPr lang="en-US" altLang="zh-TW" sz="2000" dirty="0"/>
              <a:t>3.</a:t>
            </a:r>
            <a:r>
              <a:rPr lang="zh-TW" altLang="zh-TW" sz="2000" dirty="0"/>
              <a:t>使用者點擊我的訂單即可顯示該會員訂單</a:t>
            </a:r>
          </a:p>
          <a:p>
            <a:endParaRPr lang="zh-TW" altLang="en-US" sz="2000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EF2C270-5AFD-B1B3-8B81-0A009D1A342E}"/>
              </a:ext>
            </a:extLst>
          </p:cNvPr>
          <p:cNvGrpSpPr/>
          <p:nvPr/>
        </p:nvGrpSpPr>
        <p:grpSpPr>
          <a:xfrm>
            <a:off x="247143" y="4069292"/>
            <a:ext cx="3314987" cy="952583"/>
            <a:chOff x="247143" y="4069292"/>
            <a:chExt cx="3314987" cy="95258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FE4ED26-29E7-2CE2-030D-F507CE10F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143" y="4069292"/>
              <a:ext cx="3314987" cy="952583"/>
            </a:xfrm>
            <a:prstGeom prst="rect">
              <a:avLst/>
            </a:prstGeom>
          </p:spPr>
        </p:pic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AB7D43A3-C844-0465-0AC0-9CE8C5C481EA}"/>
                </a:ext>
              </a:extLst>
            </p:cNvPr>
            <p:cNvSpPr/>
            <p:nvPr/>
          </p:nvSpPr>
          <p:spPr>
            <a:xfrm>
              <a:off x="809413" y="4069292"/>
              <a:ext cx="853440" cy="67373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F07C76C8-BE9A-9C21-C03C-057D4B67C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63"/>
          <a:stretch>
            <a:fillRect/>
          </a:stretch>
        </p:blipFill>
        <p:spPr>
          <a:xfrm>
            <a:off x="247143" y="4960109"/>
            <a:ext cx="11697714" cy="172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8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0DEB-7B04-3A71-1CF8-B74FCD8D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518D7E-A459-60AF-7C6E-689C95F2B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385734" cy="5472642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7.</a:t>
            </a:r>
            <a:r>
              <a:rPr lang="zh-TW" altLang="zh-TW" sz="2000" dirty="0"/>
              <a:t>後台會員管理案例說明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使用者</a:t>
            </a:r>
            <a:r>
              <a:rPr lang="en-US" altLang="zh-TW" sz="2000" dirty="0"/>
              <a:t>:</a:t>
            </a:r>
            <a:r>
              <a:rPr lang="zh-TW" altLang="zh-TW" sz="2000" dirty="0"/>
              <a:t>員工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使用案例</a:t>
            </a:r>
            <a:r>
              <a:rPr lang="en-US" altLang="zh-TW" sz="2000" dirty="0"/>
              <a:t>1:</a:t>
            </a:r>
            <a:r>
              <a:rPr lang="zh-TW" altLang="zh-TW" sz="2000" dirty="0"/>
              <a:t>會員資料查詢</a:t>
            </a:r>
          </a:p>
        </p:txBody>
      </p:sp>
    </p:spTree>
    <p:extLst>
      <p:ext uri="{BB962C8B-B14F-4D97-AF65-F5344CB8AC3E}">
        <p14:creationId xmlns:p14="http://schemas.microsoft.com/office/powerpoint/2010/main" val="1479041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B10E-E0DF-EB68-A3A4-FABF8CEF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041B3B-8DBD-7736-FA81-0D3E0F86E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4"/>
            <a:ext cx="4385734" cy="5987415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7-1&lt;</a:t>
            </a:r>
            <a:r>
              <a:rPr lang="zh-TW" altLang="zh-TW" sz="2000" dirty="0"/>
              <a:t>會員資料查詢</a:t>
            </a:r>
            <a:r>
              <a:rPr lang="en-US" altLang="zh-TW" sz="2000" dirty="0"/>
              <a:t>&gt;</a:t>
            </a:r>
            <a:r>
              <a:rPr lang="zh-TW" altLang="zh-TW" sz="2000" dirty="0"/>
              <a:t>案例說明</a:t>
            </a:r>
          </a:p>
          <a:p>
            <a:r>
              <a:rPr lang="en-US" altLang="zh-TW" sz="2000" dirty="0"/>
              <a:t>7-1-1.</a:t>
            </a:r>
            <a:r>
              <a:rPr lang="zh-TW" altLang="zh-TW" sz="2000" dirty="0"/>
              <a:t>前置條件</a:t>
            </a:r>
          </a:p>
          <a:p>
            <a:r>
              <a:rPr lang="zh-TW" altLang="zh-TW" sz="2000" dirty="0"/>
              <a:t>使用者已登入系統</a:t>
            </a:r>
          </a:p>
          <a:p>
            <a:pPr marL="0" indent="0">
              <a:buNone/>
            </a:pPr>
            <a:endParaRPr lang="zh-TW" altLang="zh-TW" sz="2000" dirty="0"/>
          </a:p>
          <a:p>
            <a:r>
              <a:rPr lang="en-US" altLang="zh-TW" sz="2000" dirty="0"/>
              <a:t>7-1-2.&lt;</a:t>
            </a:r>
            <a:r>
              <a:rPr lang="zh-TW" altLang="zh-TW" sz="2000" dirty="0"/>
              <a:t>會員資料查詢</a:t>
            </a:r>
            <a:r>
              <a:rPr lang="en-US" altLang="zh-TW" sz="2000" dirty="0"/>
              <a:t>&gt;</a:t>
            </a:r>
            <a:r>
              <a:rPr lang="zh-TW" altLang="zh-TW" sz="2000" dirty="0"/>
              <a:t>主要流程</a:t>
            </a:r>
          </a:p>
          <a:p>
            <a:r>
              <a:rPr lang="en-US" altLang="zh-TW" sz="2000" dirty="0"/>
              <a:t>1.</a:t>
            </a:r>
            <a:r>
              <a:rPr lang="zh-TW" altLang="zh-TW" sz="2000" dirty="0"/>
              <a:t>使用者點擊會員資料查詢</a:t>
            </a:r>
          </a:p>
          <a:p>
            <a:r>
              <a:rPr lang="en-US" altLang="zh-TW" sz="2000" dirty="0"/>
              <a:t>2.</a:t>
            </a:r>
            <a:r>
              <a:rPr lang="zh-TW" altLang="zh-TW" sz="2000" dirty="0"/>
              <a:t>使用者依需求條件輸入欄位</a:t>
            </a:r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欄位</a:t>
            </a:r>
            <a:r>
              <a:rPr lang="en-US" altLang="zh-TW" sz="2000" dirty="0"/>
              <a:t>1:</a:t>
            </a:r>
            <a:r>
              <a:rPr lang="zh-TW" altLang="zh-TW" sz="2000" dirty="0"/>
              <a:t>會員編號</a:t>
            </a:r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欄位</a:t>
            </a:r>
            <a:r>
              <a:rPr lang="en-US" altLang="zh-TW" sz="2000" dirty="0"/>
              <a:t>2:</a:t>
            </a:r>
            <a:r>
              <a:rPr lang="zh-TW" altLang="zh-TW" sz="2000" dirty="0"/>
              <a:t>姓名</a:t>
            </a:r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欄位</a:t>
            </a:r>
            <a:r>
              <a:rPr lang="en-US" altLang="zh-TW" sz="2000" dirty="0"/>
              <a:t>3:</a:t>
            </a:r>
            <a:r>
              <a:rPr lang="zh-TW" altLang="zh-TW" sz="2000" dirty="0"/>
              <a:t>身分證字號</a:t>
            </a:r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欄位</a:t>
            </a:r>
            <a:r>
              <a:rPr lang="en-US" altLang="zh-TW" sz="2000" dirty="0"/>
              <a:t>4:</a:t>
            </a:r>
            <a:r>
              <a:rPr lang="zh-TW" altLang="zh-TW" sz="2000" dirty="0"/>
              <a:t>電話</a:t>
            </a:r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欄位可空白，即不列入條件，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欄位皆未填寫即列出所有會員</a:t>
            </a:r>
            <a:endParaRPr lang="en-US" altLang="zh-TW" sz="2000" dirty="0"/>
          </a:p>
          <a:p>
            <a:r>
              <a:rPr lang="en-US" altLang="zh-TW" sz="2000" dirty="0"/>
              <a:t>3.</a:t>
            </a:r>
            <a:r>
              <a:rPr lang="zh-TW" altLang="zh-TW" sz="2000" dirty="0"/>
              <a:t>條件輸入完成，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2000" dirty="0"/>
              <a:t>　　</a:t>
            </a:r>
            <a:r>
              <a:rPr lang="zh-TW" altLang="zh-TW" sz="2000" dirty="0"/>
              <a:t>點擊查詢即列出相關會員</a:t>
            </a:r>
          </a:p>
          <a:p>
            <a:pPr marL="0" indent="0">
              <a:buNone/>
            </a:pPr>
            <a:endParaRPr lang="zh-TW" altLang="zh-TW" sz="2000" dirty="0"/>
          </a:p>
          <a:p>
            <a:endParaRPr lang="zh-TW" altLang="en-US" sz="2000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3175447-AE87-43A5-01B1-96C38A86E839}"/>
              </a:ext>
            </a:extLst>
          </p:cNvPr>
          <p:cNvGrpSpPr/>
          <p:nvPr/>
        </p:nvGrpSpPr>
        <p:grpSpPr>
          <a:xfrm>
            <a:off x="5715000" y="504825"/>
            <a:ext cx="3520167" cy="1379340"/>
            <a:chOff x="5715000" y="504825"/>
            <a:chExt cx="3520167" cy="1379340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978FFD01-28D7-F0E9-C9CD-45FE80998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7767" y="504825"/>
              <a:ext cx="3467400" cy="1379340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702C182E-C6A7-BEBC-31BC-C30313192775}"/>
                </a:ext>
              </a:extLst>
            </p:cNvPr>
            <p:cNvSpPr/>
            <p:nvPr/>
          </p:nvSpPr>
          <p:spPr>
            <a:xfrm>
              <a:off x="5715000" y="770467"/>
              <a:ext cx="1159933" cy="508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F4F0AA90-C930-CD34-E764-1B5412303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532" y="2034408"/>
            <a:ext cx="7338696" cy="30330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AF1BD48-7380-C419-151C-9B644771144C}"/>
              </a:ext>
            </a:extLst>
          </p:cNvPr>
          <p:cNvSpPr/>
          <p:nvPr/>
        </p:nvSpPr>
        <p:spPr>
          <a:xfrm>
            <a:off x="4411133" y="3860801"/>
            <a:ext cx="1159933" cy="508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40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CDC6-C95D-1CA5-BCA3-70A1B4C0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01AA40-22F5-7FF8-B8AF-647A4755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504825"/>
            <a:ext cx="4385734" cy="5472642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8.</a:t>
            </a:r>
            <a:r>
              <a:rPr lang="zh-TW" altLang="zh-TW" sz="2000" dirty="0"/>
              <a:t>後台訂單管理案例說明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使用者</a:t>
            </a:r>
            <a:r>
              <a:rPr lang="en-US" altLang="zh-TW" sz="2000" dirty="0"/>
              <a:t>:</a:t>
            </a:r>
            <a:r>
              <a:rPr lang="zh-TW" altLang="zh-TW" sz="2000" dirty="0"/>
              <a:t>員工</a:t>
            </a:r>
          </a:p>
          <a:p>
            <a:r>
              <a:rPr lang="en-US" altLang="zh-TW" sz="2000" dirty="0"/>
              <a:t>-</a:t>
            </a:r>
            <a:r>
              <a:rPr lang="zh-TW" altLang="zh-TW" sz="2000" dirty="0"/>
              <a:t>使用案例</a:t>
            </a:r>
            <a:r>
              <a:rPr lang="en-US" altLang="zh-TW" sz="2000" dirty="0"/>
              <a:t>1:</a:t>
            </a:r>
            <a:r>
              <a:rPr lang="zh-TW" altLang="zh-TW" sz="2000" dirty="0"/>
              <a:t>訂單查詢</a:t>
            </a: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458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E39DE-6F1A-8D2D-29C9-E0385CA4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4C9A2CD-0152-DC08-06B0-E87B48399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687" y="1884931"/>
            <a:ext cx="6919560" cy="398560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1EEEB8-9EDD-4799-AA01-B5DD4272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143934"/>
            <a:ext cx="4385734" cy="6714066"/>
          </a:xfrm>
        </p:spPr>
        <p:txBody>
          <a:bodyPr>
            <a:noAutofit/>
          </a:bodyPr>
          <a:lstStyle/>
          <a:p>
            <a:r>
              <a:rPr lang="en-US" altLang="zh-TW" sz="1800" dirty="0"/>
              <a:t>8-1&lt;</a:t>
            </a:r>
            <a:r>
              <a:rPr lang="zh-TW" altLang="zh-TW" sz="1800" dirty="0"/>
              <a:t>訂單查詢</a:t>
            </a:r>
            <a:r>
              <a:rPr lang="en-US" altLang="zh-TW" sz="1800" dirty="0"/>
              <a:t>&gt;</a:t>
            </a:r>
            <a:r>
              <a:rPr lang="zh-TW" altLang="zh-TW" sz="1800" dirty="0"/>
              <a:t>案例說明</a:t>
            </a:r>
          </a:p>
          <a:p>
            <a:r>
              <a:rPr lang="en-US" altLang="zh-TW" sz="1800" dirty="0"/>
              <a:t>8-1-1.</a:t>
            </a:r>
            <a:r>
              <a:rPr lang="zh-TW" altLang="zh-TW" sz="1800" dirty="0"/>
              <a:t>前置條件</a:t>
            </a:r>
          </a:p>
          <a:p>
            <a:r>
              <a:rPr lang="zh-TW" altLang="zh-TW" sz="1800" dirty="0"/>
              <a:t>使用者已登入系統</a:t>
            </a:r>
          </a:p>
          <a:p>
            <a:r>
              <a:rPr lang="en-US" altLang="zh-TW" sz="1800" dirty="0"/>
              <a:t> </a:t>
            </a:r>
            <a:endParaRPr lang="zh-TW" altLang="zh-TW" sz="1800" dirty="0"/>
          </a:p>
          <a:p>
            <a:r>
              <a:rPr lang="en-US" altLang="zh-TW" sz="1800" dirty="0"/>
              <a:t>8-1-2.&lt;</a:t>
            </a:r>
            <a:r>
              <a:rPr lang="zh-TW" altLang="zh-TW" sz="1800" dirty="0"/>
              <a:t>訂單查詢</a:t>
            </a:r>
            <a:r>
              <a:rPr lang="en-US" altLang="zh-TW" sz="1800" dirty="0"/>
              <a:t>&gt;</a:t>
            </a:r>
            <a:r>
              <a:rPr lang="zh-TW" altLang="zh-TW" sz="1800" dirty="0"/>
              <a:t>主要流程</a:t>
            </a:r>
          </a:p>
          <a:p>
            <a:r>
              <a:rPr lang="en-US" altLang="zh-TW" sz="1800" dirty="0"/>
              <a:t>1.</a:t>
            </a:r>
            <a:r>
              <a:rPr lang="zh-TW" altLang="zh-TW" sz="1800" dirty="0"/>
              <a:t>使用者點擊訂單查詢</a:t>
            </a:r>
          </a:p>
          <a:p>
            <a:r>
              <a:rPr lang="en-US" altLang="zh-TW" sz="1800" dirty="0"/>
              <a:t>2.</a:t>
            </a:r>
            <a:r>
              <a:rPr lang="zh-TW" altLang="zh-TW" sz="1800" dirty="0"/>
              <a:t>使用者依需求條件輸入欄位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1:</a:t>
            </a:r>
            <a:r>
              <a:rPr lang="zh-TW" altLang="zh-TW" sz="1800" dirty="0"/>
              <a:t>會員編號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2:</a:t>
            </a:r>
            <a:r>
              <a:rPr lang="zh-TW" altLang="zh-TW" sz="1800" dirty="0"/>
              <a:t>會員姓名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3:</a:t>
            </a:r>
            <a:r>
              <a:rPr lang="zh-TW" altLang="zh-TW" sz="1800" dirty="0"/>
              <a:t>身分證字號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4:</a:t>
            </a:r>
            <a:r>
              <a:rPr lang="zh-TW" altLang="zh-TW" sz="1800" dirty="0"/>
              <a:t>電話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5:</a:t>
            </a:r>
            <a:r>
              <a:rPr lang="zh-TW" altLang="zh-TW" sz="1800" dirty="0"/>
              <a:t>取車據點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6:</a:t>
            </a:r>
            <a:r>
              <a:rPr lang="zh-TW" altLang="zh-TW" sz="1800" dirty="0"/>
              <a:t>取車日期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</a:t>
            </a:r>
            <a:r>
              <a:rPr lang="en-US" altLang="zh-TW" sz="1800" dirty="0"/>
              <a:t>7:</a:t>
            </a:r>
            <a:r>
              <a:rPr lang="zh-TW" altLang="zh-TW" sz="1800" dirty="0"/>
              <a:t>訂單狀態</a:t>
            </a:r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欄位可空白，即不列入條件，</a:t>
            </a:r>
            <a:endParaRPr lang="en-US" altLang="zh-TW" sz="1800" dirty="0"/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欄位皆未填寫即列出所有會員</a:t>
            </a:r>
          </a:p>
          <a:p>
            <a:r>
              <a:rPr lang="en-US" altLang="zh-TW" sz="1800" dirty="0"/>
              <a:t>3.</a:t>
            </a:r>
            <a:r>
              <a:rPr lang="zh-TW" altLang="zh-TW" sz="1800" dirty="0"/>
              <a:t>條件輸入完成，</a:t>
            </a:r>
            <a:endParaRPr lang="en-US" altLang="zh-TW" sz="1800" dirty="0"/>
          </a:p>
          <a:p>
            <a:pPr marL="0" indent="0">
              <a:buNone/>
            </a:pPr>
            <a:r>
              <a:rPr lang="zh-TW" altLang="en-US" sz="1800" dirty="0"/>
              <a:t>　　</a:t>
            </a:r>
            <a:r>
              <a:rPr lang="zh-TW" altLang="zh-TW" sz="1800" dirty="0"/>
              <a:t>點擊查詢即列出相關會員</a:t>
            </a:r>
          </a:p>
          <a:p>
            <a:endParaRPr lang="zh-TW" altLang="en-US" sz="1800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D2685DB4-BF02-385A-76DD-069C80087EBF}"/>
              </a:ext>
            </a:extLst>
          </p:cNvPr>
          <p:cNvGrpSpPr/>
          <p:nvPr/>
        </p:nvGrpSpPr>
        <p:grpSpPr>
          <a:xfrm>
            <a:off x="4692774" y="386292"/>
            <a:ext cx="3520167" cy="1379340"/>
            <a:chOff x="5715000" y="504825"/>
            <a:chExt cx="3520167" cy="137934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CF9C1C6-5CD6-E0DC-5016-8A2FBB545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7767" y="504825"/>
              <a:ext cx="3467400" cy="1379340"/>
            </a:xfrm>
            <a:prstGeom prst="rect">
              <a:avLst/>
            </a:prstGeom>
          </p:spPr>
        </p:pic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AA68F388-B417-F9EA-0382-C8F8AEFAC1A9}"/>
                </a:ext>
              </a:extLst>
            </p:cNvPr>
            <p:cNvSpPr/>
            <p:nvPr/>
          </p:nvSpPr>
          <p:spPr>
            <a:xfrm>
              <a:off x="5715000" y="1278467"/>
              <a:ext cx="1159933" cy="508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3E7997D-1ADB-5396-96F9-99FD81C69D7F}"/>
              </a:ext>
            </a:extLst>
          </p:cNvPr>
          <p:cNvSpPr/>
          <p:nvPr/>
        </p:nvSpPr>
        <p:spPr>
          <a:xfrm>
            <a:off x="4404907" y="4478867"/>
            <a:ext cx="1159933" cy="508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15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1282-7ABF-23B3-0107-0057BEF7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4351778-0152-7BE7-430D-8AEF1F348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908" y="327943"/>
            <a:ext cx="6264183" cy="323878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C0434C1-4E67-2970-C8C4-857250E6D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553" y="3946226"/>
            <a:ext cx="9624894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3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612</Words>
  <Application>Microsoft Office PowerPoint</Application>
  <PresentationFormat>寬螢幕</PresentationFormat>
  <Paragraphs>87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＊＊ 張</dc:creator>
  <cp:lastModifiedBy>＊＊ 張</cp:lastModifiedBy>
  <cp:revision>2</cp:revision>
  <dcterms:created xsi:type="dcterms:W3CDTF">2025-11-19T12:56:51Z</dcterms:created>
  <dcterms:modified xsi:type="dcterms:W3CDTF">2025-11-22T15:15:54Z</dcterms:modified>
</cp:coreProperties>
</file>